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slide+xml" PartName="/ppt/slides/slide14.xml"/>
  <Override ContentType="application/vnd.openxmlformats-officedocument.presentationml.slide+xml" PartName="/ppt/slides/slide15.xml"/>
  <Override ContentType="application/vnd.openxmlformats-officedocument.presentationml.slide+xml" PartName="/ppt/slides/slide16.xml"/>
  <Override ContentType="application/vnd.openxmlformats-officedocument.presentationml.slide+xml" PartName="/ppt/slides/slide17.xml"/>
  <Override ContentType="application/vnd.openxmlformats-officedocument.presentationml.slide+xml" PartName="/ppt/slides/slide18.xml"/>
  <Override ContentType="application/vnd.openxmlformats-officedocument.presentationml.slide+xml" PartName="/ppt/slides/slide19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22.xml"/>
  <Override ContentType="application/vnd.openxmlformats-officedocument.presentationml.slide+xml" PartName="/ppt/slides/slide23.xml"/>
  <Override ContentType="application/vnd.openxmlformats-officedocument.presentationml.slide+xml" PartName="/ppt/slides/slide24.xml"/>
  <Override ContentType="application/vnd.openxmlformats-officedocument.presentationml.slide+xml" PartName="/ppt/slides/slide25.xml"/>
  <Override ContentType="application/vnd.openxmlformats-officedocument.presentationml.slide+xml" PartName="/ppt/slides/slide26.xml"/>
  <Override ContentType="application/vnd.openxmlformats-officedocument.presentationml.slide+xml" PartName="/ppt/slides/slide27.xml"/>
  <Override ContentType="application/vnd.openxmlformats-officedocument.presentationml.slide+xml" PartName="/ppt/slides/slide28.xml"/>
  <Override ContentType="application/vnd.openxmlformats-officedocument.presentationml.slide+xml" PartName="/ppt/slides/slide29.xml"/>
  <Override ContentType="application/vnd.openxmlformats-officedocument.presentationml.slide+xml" PartName="/ppt/slides/slide30.xml"/>
  <Override ContentType="application/vnd.openxmlformats-officedocument.presentationml.slide+xml" PartName="/ppt/slides/slide31.xml"/>
  <Override ContentType="application/vnd.openxmlformats-officedocument.presentationml.slide+xml" PartName="/ppt/slides/slide32.xml"/>
  <Override ContentType="application/vnd.openxmlformats-officedocument.presentationml.slide+xml" PartName="/ppt/slides/slide3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</p:sldIdLst>
  <p:sldSz cx="18288000" cy="10287000"/>
  <p:notesSz cx="6858000" cy="9144000"/>
  <p:embeddedFontLst>
    <p:embeddedFont>
      <p:font typeface="Handyman" charset="1" panose="00000000000000000000"/>
      <p:regular r:id="rId39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slides/slide14.xml" Type="http://schemas.openxmlformats.org/officeDocument/2006/relationships/slide"/><Relationship Id="rId2" Target="presProps.xml" Type="http://schemas.openxmlformats.org/officeDocument/2006/relationships/presProps"/><Relationship Id="rId20" Target="slides/slide15.xml" Type="http://schemas.openxmlformats.org/officeDocument/2006/relationships/slide"/><Relationship Id="rId21" Target="slides/slide16.xml" Type="http://schemas.openxmlformats.org/officeDocument/2006/relationships/slide"/><Relationship Id="rId22" Target="slides/slide17.xml" Type="http://schemas.openxmlformats.org/officeDocument/2006/relationships/slide"/><Relationship Id="rId23" Target="slides/slide18.xml" Type="http://schemas.openxmlformats.org/officeDocument/2006/relationships/slide"/><Relationship Id="rId24" Target="slides/slide19.xml" Type="http://schemas.openxmlformats.org/officeDocument/2006/relationships/slide"/><Relationship Id="rId25" Target="slides/slide20.xml" Type="http://schemas.openxmlformats.org/officeDocument/2006/relationships/slide"/><Relationship Id="rId26" Target="slides/slide21.xml" Type="http://schemas.openxmlformats.org/officeDocument/2006/relationships/slide"/><Relationship Id="rId27" Target="slides/slide22.xml" Type="http://schemas.openxmlformats.org/officeDocument/2006/relationships/slide"/><Relationship Id="rId28" Target="slides/slide23.xml" Type="http://schemas.openxmlformats.org/officeDocument/2006/relationships/slide"/><Relationship Id="rId29" Target="slides/slide24.xml" Type="http://schemas.openxmlformats.org/officeDocument/2006/relationships/slide"/><Relationship Id="rId3" Target="viewProps.xml" Type="http://schemas.openxmlformats.org/officeDocument/2006/relationships/viewProps"/><Relationship Id="rId30" Target="slides/slide25.xml" Type="http://schemas.openxmlformats.org/officeDocument/2006/relationships/slide"/><Relationship Id="rId31" Target="slides/slide26.xml" Type="http://schemas.openxmlformats.org/officeDocument/2006/relationships/slide"/><Relationship Id="rId32" Target="slides/slide27.xml" Type="http://schemas.openxmlformats.org/officeDocument/2006/relationships/slide"/><Relationship Id="rId33" Target="slides/slide28.xml" Type="http://schemas.openxmlformats.org/officeDocument/2006/relationships/slide"/><Relationship Id="rId34" Target="slides/slide29.xml" Type="http://schemas.openxmlformats.org/officeDocument/2006/relationships/slide"/><Relationship Id="rId35" Target="slides/slide30.xml" Type="http://schemas.openxmlformats.org/officeDocument/2006/relationships/slide"/><Relationship Id="rId36" Target="slides/slide31.xml" Type="http://schemas.openxmlformats.org/officeDocument/2006/relationships/slide"/><Relationship Id="rId37" Target="slides/slide32.xml" Type="http://schemas.openxmlformats.org/officeDocument/2006/relationships/slide"/><Relationship Id="rId38" Target="slides/slide33.xml" Type="http://schemas.openxmlformats.org/officeDocument/2006/relationships/slide"/><Relationship Id="rId39" Target="fonts/font39.fntdata" Type="http://schemas.openxmlformats.org/officeDocument/2006/relationships/font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1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2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_rels/slide3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media/image1.pn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name="TextBox 2" id="2"/>
          <p:cNvSpPr txBox="true"/>
          <p:nvPr/>
        </p:nvSpPr>
        <p:spPr>
          <a:xfrm rot="0">
            <a:off x="1669331" y="1317693"/>
            <a:ext cx="14949339" cy="213808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948"/>
              </a:lnSpc>
              <a:spcBef>
                <a:spcPct val="0"/>
              </a:spcBef>
            </a:pPr>
            <a:r>
              <a:rPr lang="en-US" sz="1139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Apresentação do projeto:</a:t>
            </a:r>
          </a:p>
        </p:txBody>
      </p:sp>
      <p:grpSp>
        <p:nvGrpSpPr>
          <p:cNvPr name="Group 3" id="3"/>
          <p:cNvGrpSpPr/>
          <p:nvPr/>
        </p:nvGrpSpPr>
        <p:grpSpPr>
          <a:xfrm rot="0">
            <a:off x="1802452" y="5143500"/>
            <a:ext cx="14683097" cy="3813238"/>
            <a:chOff x="0" y="0"/>
            <a:chExt cx="3867150" cy="1004316"/>
          </a:xfrm>
        </p:grpSpPr>
        <p:sp>
          <p:nvSpPr>
            <p:cNvPr name="Freeform 4" id="4"/>
            <p:cNvSpPr/>
            <p:nvPr/>
          </p:nvSpPr>
          <p:spPr>
            <a:xfrm flipH="false" flipV="false" rot="0">
              <a:off x="0" y="0"/>
              <a:ext cx="3867150" cy="1004316"/>
            </a:xfrm>
            <a:custGeom>
              <a:avLst/>
              <a:gdLst/>
              <a:ahLst/>
              <a:cxnLst/>
              <a:rect r="r" b="b" t="t" l="l"/>
              <a:pathLst>
                <a:path h="1004316" w="3867150">
                  <a:moveTo>
                    <a:pt x="3867150" y="502158"/>
                  </a:moveTo>
                  <a:lnTo>
                    <a:pt x="3867150" y="502158"/>
                  </a:lnTo>
                  <a:cubicBezTo>
                    <a:pt x="3867150" y="779492"/>
                    <a:pt x="3642326" y="1004316"/>
                    <a:pt x="3364992" y="1004316"/>
                  </a:cubicBezTo>
                  <a:lnTo>
                    <a:pt x="502158" y="1004316"/>
                  </a:lnTo>
                  <a:cubicBezTo>
                    <a:pt x="224824" y="1004316"/>
                    <a:pt x="0" y="779492"/>
                    <a:pt x="0" y="502158"/>
                  </a:cubicBezTo>
                  <a:lnTo>
                    <a:pt x="0" y="502158"/>
                  </a:lnTo>
                  <a:cubicBezTo>
                    <a:pt x="0" y="224824"/>
                    <a:pt x="224824" y="0"/>
                    <a:pt x="502158" y="0"/>
                  </a:cubicBezTo>
                  <a:lnTo>
                    <a:pt x="3364992" y="0"/>
                  </a:lnTo>
                  <a:cubicBezTo>
                    <a:pt x="3642326" y="0"/>
                    <a:pt x="3867150" y="224824"/>
                    <a:pt x="3867150" y="502158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5" id="5"/>
            <p:cNvSpPr txBox="true"/>
            <p:nvPr/>
          </p:nvSpPr>
          <p:spPr>
            <a:xfrm>
              <a:off x="0" y="-38100"/>
              <a:ext cx="3867150" cy="1042416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6" id="6"/>
          <p:cNvSpPr/>
          <p:nvPr/>
        </p:nvSpPr>
        <p:spPr>
          <a:xfrm flipH="false" flipV="false" rot="0">
            <a:off x="2400938" y="5622001"/>
            <a:ext cx="2856237" cy="2856237"/>
          </a:xfrm>
          <a:custGeom>
            <a:avLst/>
            <a:gdLst/>
            <a:ahLst/>
            <a:cxnLst/>
            <a:rect r="r" b="b" t="t" l="l"/>
            <a:pathLst>
              <a:path h="2856237" w="2856237">
                <a:moveTo>
                  <a:pt x="0" y="0"/>
                </a:moveTo>
                <a:lnTo>
                  <a:pt x="2856237" y="0"/>
                </a:lnTo>
                <a:lnTo>
                  <a:pt x="2856237" y="2856237"/>
                </a:lnTo>
                <a:lnTo>
                  <a:pt x="0" y="2856237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7" id="7"/>
          <p:cNvSpPr txBox="true"/>
          <p:nvPr/>
        </p:nvSpPr>
        <p:spPr>
          <a:xfrm rot="0">
            <a:off x="5943977" y="5829105"/>
            <a:ext cx="9598564" cy="202292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5046"/>
              </a:lnSpc>
              <a:spcBef>
                <a:spcPct val="0"/>
              </a:spcBef>
            </a:pPr>
            <a:r>
              <a:rPr lang="en-US" sz="1074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Mulher Amparada</a:t>
            </a:r>
          </a:p>
        </p:txBody>
      </p:sp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Quem é o público-alvo do projeto?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451874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Mulheres em situação de violência e/ou vulnerabilidade, principalmente violência doméstica, patrimonial, física, psicológica e entre outras.</a:t>
            </a:r>
          </a:p>
        </p:txBody>
      </p:sp>
    </p:spTree>
  </p:cSld>
  <p:clrMapOvr>
    <a:masterClrMapping/>
  </p:clrMapOvr>
  <p:transition spd="fast">
    <p:push dir="l"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Qual é o foco do aplicativo?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306816"/>
            <a:ext cx="14903569" cy="34106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883"/>
              </a:lnSpc>
              <a:spcBef>
                <a:spcPct val="0"/>
              </a:spcBef>
            </a:pPr>
            <a:r>
              <a:rPr lang="en-US" sz="63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Oferecer ajuda rápida em situações que exigem rápidez, e encaminhar a vítima para os canais de atendimento oficiais.</a:t>
            </a:r>
          </a:p>
        </p:txBody>
      </p:sp>
    </p:spTree>
  </p:cSld>
  <p:clrMapOvr>
    <a:masterClrMapping/>
  </p:clrMapOvr>
  <p:transition spd="fast">
    <p:push dir="l"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permissões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3942182" y="4124158"/>
            <a:ext cx="10403637" cy="4289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6769"/>
              </a:lnSpc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Contatos, microfone, sms, telefone, acesso a todos os arquivos, administrador do dispositivo e localização </a:t>
            </a:r>
          </a:p>
          <a:p>
            <a:pPr algn="ctr" marL="0" indent="0" lvl="0">
              <a:lnSpc>
                <a:spcPts val="6769"/>
              </a:lnSpc>
              <a:spcBef>
                <a:spcPct val="0"/>
              </a:spcBef>
            </a:pPr>
            <a:r>
              <a:rPr lang="en-US" sz="48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 o app não quebra ao negar essas permissões...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Saibam que: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3829749"/>
            <a:ext cx="12490940" cy="385659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055"/>
              </a:lnSpc>
              <a:spcBef>
                <a:spcPct val="0"/>
              </a:spcBef>
            </a:pPr>
            <a:r>
              <a:rPr lang="en-US" sz="7182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180, central de atendimento a mulher, tem um número de WhatsApp, e até e-mail!</a:t>
            </a:r>
          </a:p>
        </p:txBody>
      </p:sp>
    </p:spTree>
  </p:cSld>
  <p:clrMapOvr>
    <a:masterClrMapping/>
  </p:clrMapOvr>
  <p:transition spd="slow">
    <p:push dir="l"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451321"/>
            <a:ext cx="14680579" cy="380697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16"/>
              </a:lnSpc>
              <a:spcBef>
                <a:spcPct val="0"/>
              </a:spcBef>
            </a:pPr>
            <a:r>
              <a:rPr lang="en-US" sz="7083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Pânico: clique nesee Botão e ele telefona automaticamente pro 180 em um simples toque!</a:t>
            </a:r>
          </a:p>
        </p:txBody>
      </p:sp>
    </p:spTree>
  </p:cSld>
  <p:clrMapOvr>
    <a:masterClrMapping/>
  </p:clrMapOvr>
  <p:transition spd="slow">
    <p:push dir="l"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241066" y="5169367"/>
            <a:ext cx="15805868" cy="408893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029"/>
              </a:lnSpc>
              <a:spcBef>
                <a:spcPct val="0"/>
              </a:spcBef>
            </a:pPr>
            <a:r>
              <a:rPr lang="en-US" sz="573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Proteção por barulho: ative e ao bater palmas ou fazer barulho muito alto, ele telefona automaticamente para o 180 sem precisar discar no app de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794434"/>
            <a:ext cx="13326637" cy="446386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9"/>
              </a:lnSpc>
              <a:spcBef>
                <a:spcPct val="0"/>
              </a:spcBef>
            </a:pPr>
            <a:r>
              <a:rPr lang="en-US" sz="627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Balançe o celular para pedir ajuda: ao ativar, quando chacalhoar o celular, ele liga automaticamente pro 180 sem precisar discar no telefone!</a:t>
            </a:r>
          </a:p>
        </p:txBody>
      </p:sp>
    </p:spTree>
  </p:cSld>
  <p:clrMapOvr>
    <a:masterClrMapping/>
  </p:clrMapOvr>
  <p:transition spd="slow">
    <p:push dir="l"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692215" y="4483193"/>
            <a:ext cx="14688513" cy="477510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539"/>
              </a:lnSpc>
              <a:spcBef>
                <a:spcPct val="0"/>
              </a:spcBef>
            </a:pPr>
            <a:r>
              <a:rPr lang="en-US" sz="538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Os 4 botões: existem 4 botões no app que ao clicar neles, eles abrem o app de telefone ja discado, precisando só ligar, respectivamente nos numeros 190, 192, 180 e outro que abre o app do WhatsApp na conversa do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185133"/>
            <a:ext cx="14280071" cy="507316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997"/>
              </a:lnSpc>
              <a:spcBef>
                <a:spcPct val="0"/>
              </a:spcBef>
            </a:pPr>
            <a:r>
              <a:rPr lang="en-US" sz="7140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Botão de localização: ao clicar nele, ele cria um link do google maps, chama o app de WhatsApp e envia pro número do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790890" y="4378159"/>
            <a:ext cx="1270622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Contatos de confiança: no primeiro botão, ele abre o app de contatos nativo do celular, você escolhe APENAS UM e salva, no segundo, você envia um sms com sua localização para esse contato!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378159"/>
            <a:ext cx="9670110" cy="488014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7713"/>
              </a:lnSpc>
              <a:spcBef>
                <a:spcPct val="0"/>
              </a:spcBef>
            </a:pPr>
            <a:r>
              <a:rPr lang="en-US" sz="5509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Área Protegida: uma área que só é desbloqueada com impressão digital, rosto, PIN, senha ou padrão (depende de qual deles está cadastrado no celular)!</a:t>
            </a:r>
          </a:p>
        </p:txBody>
      </p:sp>
    </p:spTree>
  </p:cSld>
  <p:clrMapOvr>
    <a:masterClrMapping/>
  </p:clrMapOvr>
  <p:transition spd="slow">
    <p:push dir="l"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Nota: se não tiver nada cadastrado no celular, ele desbloqueia mesmo assim, e quando desbloqueia toca som e ao sair também toca som!</a:t>
            </a:r>
          </a:p>
        </p:txBody>
      </p:sp>
    </p:spTree>
  </p:cSld>
  <p:clrMapOvr>
    <a:masterClrMapping/>
  </p:clrMapOvr>
  <p:transition spd="slow">
    <p:push dir="l"/>
  </p:transition>
</p:sld>
</file>

<file path=ppt/slides/slide1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4286748"/>
            <a:ext cx="12454702" cy="497155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2946"/>
              </a:lnSpc>
              <a:spcBef>
                <a:spcPct val="0"/>
              </a:spcBef>
            </a:pPr>
            <a:r>
              <a:rPr lang="en-US" sz="924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As próximas funções funcionam dentro da área protegida!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1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4080891"/>
            <a:ext cx="14416930" cy="5177409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Menstrual: registro de dias manual, com ≈20 perguntas e 6 gráficos diferentes quando gera os resultados!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Calendário de eventos: registro manuel de tarefas e eventos diários em cada mês do ano!</a:t>
            </a:r>
          </a:p>
        </p:txBody>
      </p:sp>
    </p:spTree>
  </p:cSld>
  <p:clrMapOvr>
    <a:masterClrMapping/>
  </p:clrMapOvr>
  <p:transition spd="slow">
    <p:push dir="l"/>
  </p:transition>
</p:sld>
</file>

<file path=ppt/slides/slide1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Mapa: um mapa completo da sua região, registrando onde fica cada ponto e cada lugar!</a:t>
            </a:r>
          </a:p>
        </p:txBody>
      </p:sp>
    </p:spTree>
  </p:cSld>
  <p:clrMapOvr>
    <a:masterClrMapping/>
  </p:clrMapOvr>
  <p:transition spd="slow">
    <p:push dir="l"/>
  </p:transition>
</p:sld>
</file>

<file path=ppt/slides/slide1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935535" y="5352424"/>
            <a:ext cx="14416930" cy="3905876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0194"/>
              </a:lnSpc>
              <a:spcBef>
                <a:spcPct val="0"/>
              </a:spcBef>
            </a:pPr>
            <a:r>
              <a:rPr lang="en-US" sz="728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Diário e anotações: um bloco de notas que usa criptografia para suas anotações!</a:t>
            </a:r>
          </a:p>
        </p:txBody>
      </p:sp>
    </p:spTree>
  </p:cSld>
  <p:clrMapOvr>
    <a:masterClrMapping/>
  </p:clrMapOvr>
  <p:transition spd="slow">
    <p:push dir="l"/>
  </p:transition>
</p:sld>
</file>

<file path=ppt/slides/slide1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Rotina gamificada: uma página que contém registro de líquidos e alimentos bons e ruins, registro de peso, exercícios, níveis e conquistas emcima disso!</a:t>
            </a:r>
          </a:p>
        </p:txBody>
      </p:sp>
    </p:spTree>
  </p:cSld>
  <p:clrMapOvr>
    <a:masterClrMapping/>
  </p:clrMapOvr>
  <p:transition spd="slow">
    <p:push dir="l"/>
  </p:transition>
</p:sld>
</file>

<file path=ppt/slides/slide2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4823072"/>
            <a:ext cx="14280071" cy="44352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Relógio e localização: uma página que carrega TODOS os horários DE TODOS OS PAÍSES DO MUNDO, e o país onde você mora + horários desse pais!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Calculadora: uma página onde é possível fazer as 4 operações básicas da matemática!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003964" y="5909472"/>
            <a:ext cx="14280071" cy="3348828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09"/>
              </a:lnSpc>
              <a:spcBef>
                <a:spcPct val="0"/>
              </a:spcBef>
            </a:pPr>
            <a:r>
              <a:rPr lang="en-US" sz="622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Minhas tarefas: uma página onde é possivel registrar tarefas divididas em categorias + o método pomodoro na página!</a:t>
            </a:r>
          </a:p>
        </p:txBody>
      </p:sp>
    </p:spTree>
  </p:cSld>
  <p:clrMapOvr>
    <a:masterClrMapping/>
  </p:clrMapOvr>
  <p:transition spd="slow">
    <p:push dir="l"/>
  </p:transition>
</p:sld>
</file>

<file path=ppt/slides/slide2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308945" y="4822278"/>
            <a:ext cx="9670110" cy="44360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1576"/>
              </a:lnSpc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Funções em outras telas</a:t>
            </a:r>
          </a:p>
          <a:p>
            <a:pPr algn="ctr" marL="0" indent="0" lvl="0">
              <a:lnSpc>
                <a:spcPts val="11576"/>
              </a:lnSpc>
              <a:spcBef>
                <a:spcPct val="0"/>
              </a:spcBef>
            </a:pPr>
            <a:r>
              <a:rPr lang="en-US" sz="8268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(Activitys)</a:t>
            </a:r>
          </a:p>
        </p:txBody>
      </p:sp>
    </p:spTree>
  </p:cSld>
  <p:clrMapOvr>
    <a:masterClrMapping/>
  </p:clrMapOvr>
  <p:transition spd="slow">
    <p:push dir="l"/>
  </p:transition>
</p:sld>
</file>

<file path=ppt/slides/slide2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4796288"/>
            <a:ext cx="15222657" cy="446201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Gravador de voz: uma tela que contém um gravador de voz com apenas gravações que ficam NO APP, sendo impossível de baixar, serve como registro de evidências!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1778763" y="5892107"/>
            <a:ext cx="15222657" cy="336619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8785"/>
              </a:lnSpc>
              <a:spcBef>
                <a:spcPct val="0"/>
              </a:spcBef>
            </a:pPr>
            <a:r>
              <a:rPr lang="en-US" sz="627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Meus arquivos: um visualizador de arquivos, executa os arquivos abrindo um seletor de apps!</a:t>
            </a:r>
          </a:p>
        </p:txBody>
      </p:sp>
    </p:spTree>
  </p:cSld>
  <p:clrMapOvr>
    <a:masterClrMapping/>
  </p:clrMapOvr>
  <p:transition spd="slow">
    <p:push dir="l"/>
  </p:transition>
</p:sld>
</file>

<file path=ppt/slides/slide2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4198313" y="6351778"/>
            <a:ext cx="9891375" cy="2906522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708"/>
              </a:lnSpc>
              <a:spcBef>
                <a:spcPct val="0"/>
              </a:spcBef>
            </a:pP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Escolher ícone do app: </a:t>
            </a: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Essa função abre uma acitvity (tela) e poderá trocar o ícone do app!, até mesmo para um ícone de calculadora, disfarçando o ap</a:t>
            </a:r>
          </a:p>
        </p:txBody>
      </p:sp>
    </p:spTree>
  </p:cSld>
  <p:clrMapOvr>
    <a:masterClrMapping/>
  </p:clrMapOvr>
  <p:transition spd="slow">
    <p:push dir="l"/>
  </p:transition>
</p:sld>
</file>

<file path=ppt/slides/slide2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985078" y="5639737"/>
            <a:ext cx="12317844" cy="3618563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5708"/>
              </a:lnSpc>
              <a:spcBef>
                <a:spcPct val="0"/>
              </a:spcBef>
            </a:pPr>
            <a:r>
              <a:rPr lang="en-US" sz="407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Desligar o celular: Ao tocar neste botão, o aplicativo solicitará a permissão de Administrador do dispositivo, caso ela ainda não tenha sido concedida. Quando essa permissão estiver ativa, o aplicativo poderá bloquear imediatamente a tela do dispositivo.</a:t>
            </a:r>
          </a:p>
        </p:txBody>
      </p:sp>
    </p:spTree>
  </p:cSld>
  <p:clrMapOvr>
    <a:masterClrMapping/>
  </p:clrMapOvr>
  <p:transition spd="slow">
    <p:push dir="l"/>
  </p:transition>
</p:sld>
</file>

<file path=ppt/slides/slide2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964815"/>
            <a:ext cx="13818821" cy="429348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>
              <a:lnSpc>
                <a:spcPts val="16584"/>
              </a:lnSpc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Saindo do app, </a:t>
            </a:r>
          </a:p>
          <a:p>
            <a:pPr algn="ctr" marL="0" indent="0" lvl="0">
              <a:lnSpc>
                <a:spcPts val="16584"/>
              </a:lnSpc>
              <a:spcBef>
                <a:spcPct val="0"/>
              </a:spcBef>
            </a:pPr>
            <a:r>
              <a:rPr lang="en-US" sz="11845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temos...</a:t>
            </a:r>
          </a:p>
        </p:txBody>
      </p:sp>
    </p:spTree>
  </p:cSld>
  <p:clrMapOvr>
    <a:masterClrMapping/>
  </p:clrMapOvr>
  <p:transition spd="slow">
    <p:push dir="l"/>
  </p:transition>
</p:sld>
</file>

<file path=ppt/slides/slide2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172298" y="4256753"/>
            <a:ext cx="13943405" cy="500154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3030"/>
              </a:lnSpc>
              <a:spcBef>
                <a:spcPct val="0"/>
              </a:spcBef>
            </a:pPr>
            <a:r>
              <a:rPr lang="en-US" sz="9307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SOS: ao clicar nele, abre o app de telefone já discado no 180!</a:t>
            </a:r>
          </a:p>
        </p:txBody>
      </p:sp>
    </p:spTree>
  </p:cSld>
  <p:clrMapOvr>
    <a:masterClrMapping/>
  </p:clrMapOvr>
  <p:transition spd="slow">
    <p:push dir="l"/>
  </p:transition>
</p:sld>
</file>

<file path=ppt/slides/slide3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localização: ao clicar nele, cria um link do Google Maps e abre o WhatsApp para enviar ele para quem a usuária quiser!</a:t>
            </a:r>
          </a:p>
        </p:txBody>
      </p:sp>
    </p:spTree>
  </p:cSld>
  <p:clrMapOvr>
    <a:masterClrMapping/>
  </p:clrMapOvr>
  <p:transition spd="slow">
    <p:push dir="l"/>
  </p:transition>
</p:sld>
</file>

<file path=ppt/slides/slide3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2995557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Quais são as funções do app?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5486409"/>
            <a:ext cx="13326637" cy="377189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Widget de palmas: ao clicar, abre o app onde existe a proteção por barulho/palmas</a:t>
            </a:r>
          </a:p>
        </p:txBody>
      </p:sp>
    </p:spTree>
  </p:cSld>
  <p:clrMapOvr>
    <a:masterClrMapping/>
  </p:clrMapOvr>
  <p:transition spd="slow">
    <p:push dir="l"/>
  </p:transition>
</p:sld>
</file>

<file path=ppt/slides/slide3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4308945" y="704850"/>
            <a:ext cx="9670110" cy="15549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11549"/>
              </a:lnSpc>
              <a:spcBef>
                <a:spcPct val="0"/>
              </a:spcBef>
            </a:pPr>
            <a:r>
              <a:rPr lang="en-US" sz="8249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Nota:</a:t>
            </a:r>
          </a:p>
        </p:txBody>
      </p:sp>
      <p:sp>
        <p:nvSpPr>
          <p:cNvPr name="TextBox 8" id="8"/>
          <p:cNvSpPr txBox="true"/>
          <p:nvPr/>
        </p:nvSpPr>
        <p:spPr>
          <a:xfrm rot="0">
            <a:off x="2480681" y="4258475"/>
            <a:ext cx="13326637" cy="4999825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9844"/>
              </a:lnSpc>
              <a:spcBef>
                <a:spcPct val="0"/>
              </a:spcBef>
            </a:pPr>
            <a:r>
              <a:rPr lang="en-US" sz="7031">
                <a:solidFill>
                  <a:srgbClr val="A6A6A6"/>
                </a:solidFill>
                <a:latin typeface="Handyman"/>
                <a:ea typeface="Handyman"/>
                <a:cs typeface="Handyman"/>
                <a:sym typeface="Handyman"/>
              </a:rPr>
              <a:t>O serviço de proteção por Barulho e o de chacaolhar o telefone funcionam mesmo com a tela bloqueada!</a:t>
            </a:r>
          </a:p>
        </p:txBody>
      </p:sp>
    </p:spTree>
  </p:cSld>
  <p:clrMapOvr>
    <a:masterClrMapping/>
  </p:clrMapOvr>
  <p:transition spd="slow">
    <p:push dir="l"/>
  </p:transition>
</p:sld>
</file>

<file path=ppt/slides/slide3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572449" y="669078"/>
            <a:ext cx="2412630" cy="1326234"/>
            <a:chOff x="0" y="0"/>
            <a:chExt cx="2454071" cy="1349024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54071" cy="1349024"/>
            </a:xfrm>
            <a:custGeom>
              <a:avLst/>
              <a:gdLst/>
              <a:ahLst/>
              <a:cxnLst/>
              <a:rect r="r" b="b" t="t" l="l"/>
              <a:pathLst>
                <a:path h="1349024" w="2454071">
                  <a:moveTo>
                    <a:pt x="2454071" y="674512"/>
                  </a:moveTo>
                  <a:lnTo>
                    <a:pt x="2454071" y="674512"/>
                  </a:lnTo>
                  <a:cubicBezTo>
                    <a:pt x="2454071" y="1047035"/>
                    <a:pt x="2152081" y="1349024"/>
                    <a:pt x="1779559" y="1349024"/>
                  </a:cubicBezTo>
                  <a:lnTo>
                    <a:pt x="674512" y="1349024"/>
                  </a:lnTo>
                  <a:cubicBezTo>
                    <a:pt x="301989" y="1349024"/>
                    <a:pt x="0" y="1047035"/>
                    <a:pt x="0" y="674512"/>
                  </a:cubicBezTo>
                  <a:lnTo>
                    <a:pt x="0" y="674512"/>
                  </a:lnTo>
                  <a:cubicBezTo>
                    <a:pt x="0" y="301989"/>
                    <a:pt x="301989" y="0"/>
                    <a:pt x="674512" y="0"/>
                  </a:cubicBezTo>
                  <a:lnTo>
                    <a:pt x="1779559" y="0"/>
                  </a:lnTo>
                  <a:cubicBezTo>
                    <a:pt x="1958450" y="0"/>
                    <a:pt x="2130015" y="71064"/>
                    <a:pt x="2256511" y="197560"/>
                  </a:cubicBezTo>
                  <a:cubicBezTo>
                    <a:pt x="2383006" y="324056"/>
                    <a:pt x="2454071" y="495620"/>
                    <a:pt x="2454071" y="674512"/>
                  </a:cubicBezTo>
                  <a:close/>
                </a:path>
              </a:pathLst>
            </a:custGeom>
            <a:solidFill>
              <a:srgbClr val="FFC9C9"/>
            </a:solid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2454071" cy="1387124"/>
            </a:xfrm>
            <a:prstGeom prst="rect">
              <a:avLst/>
            </a:prstGeom>
          </p:spPr>
          <p:txBody>
            <a:bodyPr anchor="ctr" rtlCol="false" tIns="50800" lIns="50800" bIns="50800" rIns="50800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</a:p>
          </p:txBody>
        </p:sp>
      </p:grpSp>
      <p:sp>
        <p:nvSpPr>
          <p:cNvPr name="Freeform 5" id="5"/>
          <p:cNvSpPr/>
          <p:nvPr/>
        </p:nvSpPr>
        <p:spPr>
          <a:xfrm flipH="false" flipV="false" rot="0">
            <a:off x="789916" y="881046"/>
            <a:ext cx="902299" cy="902299"/>
          </a:xfrm>
          <a:custGeom>
            <a:avLst/>
            <a:gdLst/>
            <a:ahLst/>
            <a:cxnLst/>
            <a:rect r="r" b="b" t="t" l="l"/>
            <a:pathLst>
              <a:path h="902299" w="902299">
                <a:moveTo>
                  <a:pt x="0" y="0"/>
                </a:moveTo>
                <a:lnTo>
                  <a:pt x="902299" y="0"/>
                </a:lnTo>
                <a:lnTo>
                  <a:pt x="902299" y="902299"/>
                </a:lnTo>
                <a:lnTo>
                  <a:pt x="0" y="902299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 l="0" t="0" r="0" b="0"/>
            </a:stretch>
          </a:blipFill>
        </p:spPr>
      </p:sp>
      <p:sp>
        <p:nvSpPr>
          <p:cNvPr name="TextBox 6" id="6"/>
          <p:cNvSpPr txBox="true"/>
          <p:nvPr/>
        </p:nvSpPr>
        <p:spPr>
          <a:xfrm rot="0">
            <a:off x="2003964" y="759317"/>
            <a:ext cx="476717" cy="94573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6996"/>
              </a:lnSpc>
              <a:spcBef>
                <a:spcPct val="0"/>
              </a:spcBef>
            </a:pPr>
            <a:r>
              <a:rPr lang="en-US" sz="4997">
                <a:solidFill>
                  <a:srgbClr val="F88888"/>
                </a:solidFill>
                <a:latin typeface="Handyman"/>
                <a:ea typeface="Handyman"/>
                <a:cs typeface="Handyman"/>
                <a:sym typeface="Handyman"/>
              </a:rPr>
              <a:t>M</a:t>
            </a:r>
          </a:p>
        </p:txBody>
      </p:sp>
      <p:sp>
        <p:nvSpPr>
          <p:cNvPr name="TextBox 7" id="7"/>
          <p:cNvSpPr txBox="true"/>
          <p:nvPr/>
        </p:nvSpPr>
        <p:spPr>
          <a:xfrm rot="0">
            <a:off x="0" y="1815507"/>
            <a:ext cx="19471325" cy="601781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ctr" marL="0" indent="0" lvl="0">
              <a:lnSpc>
                <a:spcPts val="23256"/>
              </a:lnSpc>
              <a:spcBef>
                <a:spcPct val="0"/>
              </a:spcBef>
            </a:pPr>
            <a:r>
              <a:rPr lang="en-US" sz="16611">
                <a:solidFill>
                  <a:srgbClr val="000000"/>
                </a:solidFill>
                <a:latin typeface="Handyman"/>
                <a:ea typeface="Handyman"/>
                <a:cs typeface="Handyman"/>
                <a:sym typeface="Handyman"/>
              </a:rPr>
              <a:t>Obrigado por ler/assistir!</a:t>
            </a:r>
          </a:p>
        </p:txBody>
      </p:sp>
    </p:spTree>
  </p:cSld>
  <p:clrMapOvr>
    <a:masterClrMapping/>
  </p:clrMapOvr>
  <p:transition spd="slow">
    <p:push dir="l"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DAHLg1kW87U</dc:identifier>
  <dcterms:modified xsi:type="dcterms:W3CDTF">2011-08-01T06:04:30Z</dcterms:modified>
  <cp:revision>1</cp:revision>
  <dc:title>Apresentação do projeto</dc:title>
</cp:coreProperties>
</file>